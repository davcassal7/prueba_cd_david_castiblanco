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5BD8E-F1BB-4AC0-A4FE-4E17D00CC76C}" v="29" dt="2026-10-11T05:18:17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08" y="-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ASTIBLANCO" userId="8a3a5922-b1f5-45e2-8091-3e9df8cf8f22" providerId="ADAL" clId="{0EFB1117-2783-494F-9CC6-A8DC59321477}"/>
    <pc:docChg chg="undo redo custSel addSld delSld modSld">
      <pc:chgData name="DAVID CASTIBLANCO" userId="8a3a5922-b1f5-45e2-8091-3e9df8cf8f22" providerId="ADAL" clId="{0EFB1117-2783-494F-9CC6-A8DC59321477}" dt="2026-10-11T05:19:09.503" v="371" actId="1038"/>
      <pc:docMkLst>
        <pc:docMk/>
      </pc:docMkLst>
      <pc:sldChg chg="modSp mod">
        <pc:chgData name="DAVID CASTIBLANCO" userId="8a3a5922-b1f5-45e2-8091-3e9df8cf8f22" providerId="ADAL" clId="{0EFB1117-2783-494F-9CC6-A8DC59321477}" dt="2026-10-11T04:51:55.791" v="16" actId="27636"/>
        <pc:sldMkLst>
          <pc:docMk/>
          <pc:sldMk cId="0" sldId="257"/>
        </pc:sldMkLst>
        <pc:spChg chg="mod">
          <ac:chgData name="DAVID CASTIBLANCO" userId="8a3a5922-b1f5-45e2-8091-3e9df8cf8f22" providerId="ADAL" clId="{0EFB1117-2783-494F-9CC6-A8DC59321477}" dt="2026-10-11T04:51:55.791" v="16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06" v="17" actId="27636"/>
        <pc:sldMkLst>
          <pc:docMk/>
          <pc:sldMk cId="0" sldId="259"/>
        </pc:sldMkLst>
        <pc:spChg chg="mod">
          <ac:chgData name="DAVID CASTIBLANCO" userId="8a3a5922-b1f5-45e2-8091-3e9df8cf8f22" providerId="ADAL" clId="{0EFB1117-2783-494F-9CC6-A8DC59321477}" dt="2026-10-11T04:51:55.806" v="17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06" v="18" actId="27636"/>
        <pc:sldMkLst>
          <pc:docMk/>
          <pc:sldMk cId="0" sldId="260"/>
        </pc:sldMkLst>
        <pc:spChg chg="mod">
          <ac:chgData name="DAVID CASTIBLANCO" userId="8a3a5922-b1f5-45e2-8091-3e9df8cf8f22" providerId="ADAL" clId="{0EFB1117-2783-494F-9CC6-A8DC59321477}" dt="2026-10-11T04:51:55.806" v="18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7:41.439" v="137" actId="20577"/>
        <pc:sldMkLst>
          <pc:docMk/>
          <pc:sldMk cId="0" sldId="261"/>
        </pc:sldMkLst>
        <pc:spChg chg="mod">
          <ac:chgData name="DAVID CASTIBLANCO" userId="8a3a5922-b1f5-45e2-8091-3e9df8cf8f22" providerId="ADAL" clId="{0EFB1117-2783-494F-9CC6-A8DC59321477}" dt="2026-10-11T04:51:55.806" v="19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7:41.439" v="137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22" v="21" actId="27636"/>
        <pc:sldMkLst>
          <pc:docMk/>
          <pc:sldMk cId="0" sldId="262"/>
        </pc:sldMkLst>
        <pc:spChg chg="mod">
          <ac:chgData name="DAVID CASTIBLANCO" userId="8a3a5922-b1f5-45e2-8091-3e9df8cf8f22" providerId="ADAL" clId="{0EFB1117-2783-494F-9CC6-A8DC59321477}" dt="2026-10-11T04:51:55.822" v="21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822" v="20" actId="27636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22" v="22" actId="27636"/>
        <pc:sldMkLst>
          <pc:docMk/>
          <pc:sldMk cId="0" sldId="263"/>
        </pc:sldMkLst>
        <pc:spChg chg="mod">
          <ac:chgData name="DAVID CASTIBLANCO" userId="8a3a5922-b1f5-45e2-8091-3e9df8cf8f22" providerId="ADAL" clId="{0EFB1117-2783-494F-9CC6-A8DC59321477}" dt="2026-10-11T04:51:55.822" v="22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22" v="23" actId="27636"/>
        <pc:sldMkLst>
          <pc:docMk/>
          <pc:sldMk cId="0" sldId="264"/>
        </pc:sldMkLst>
        <pc:spChg chg="mod">
          <ac:chgData name="DAVID CASTIBLANCO" userId="8a3a5922-b1f5-45e2-8091-3e9df8cf8f22" providerId="ADAL" clId="{0EFB1117-2783-494F-9CC6-A8DC59321477}" dt="2026-10-11T04:51:55.822" v="23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42" v="24" actId="27636"/>
        <pc:sldMkLst>
          <pc:docMk/>
          <pc:sldMk cId="0" sldId="265"/>
        </pc:sldMkLst>
        <pc:spChg chg="mod">
          <ac:chgData name="DAVID CASTIBLANCO" userId="8a3a5922-b1f5-45e2-8091-3e9df8cf8f22" providerId="ADAL" clId="{0EFB1117-2783-494F-9CC6-A8DC59321477}" dt="2026-10-11T04:51:55.842" v="24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848" v="25" actId="27636"/>
        <pc:sldMkLst>
          <pc:docMk/>
          <pc:sldMk cId="0" sldId="266"/>
        </pc:sldMkLst>
        <pc:spChg chg="mod">
          <ac:chgData name="DAVID CASTIBLANCO" userId="8a3a5922-b1f5-45e2-8091-3e9df8cf8f22" providerId="ADAL" clId="{0EFB1117-2783-494F-9CC6-A8DC59321477}" dt="2026-10-11T04:51:55.848" v="25" actId="2763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DAVID CASTIBLANCO" userId="8a3a5922-b1f5-45e2-8091-3e9df8cf8f22" providerId="ADAL" clId="{0EFB1117-2783-494F-9CC6-A8DC59321477}" dt="2026-10-11T04:51:55.791" v="15" actId="27636"/>
        <pc:sldMkLst>
          <pc:docMk/>
          <pc:sldMk cId="0" sldId="267"/>
        </pc:sldMkLst>
        <pc:spChg chg="mod">
          <ac:chgData name="DAVID CASTIBLANCO" userId="8a3a5922-b1f5-45e2-8091-3e9df8cf8f22" providerId="ADAL" clId="{0EFB1117-2783-494F-9CC6-A8DC59321477}" dt="2026-10-11T04:51:55.791" v="15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91" v="11" actId="2763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91" v="13" actId="2763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84" v="10" actId="27636"/>
          <ac:spMkLst>
            <pc:docMk/>
            <pc:sldMk cId="0" sldId="267"/>
            <ac:spMk id="37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91" v="14" actId="27636"/>
          <ac:spMkLst>
            <pc:docMk/>
            <pc:sldMk cId="0" sldId="267"/>
            <ac:spMk id="41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91" v="12" actId="27636"/>
          <ac:spMkLst>
            <pc:docMk/>
            <pc:sldMk cId="0" sldId="267"/>
            <ac:spMk id="45" creationId="{00000000-0000-0000-0000-000000000000}"/>
          </ac:spMkLst>
        </pc:spChg>
      </pc:sldChg>
      <pc:sldChg chg="delSp modSp add mod">
        <pc:chgData name="DAVID CASTIBLANCO" userId="8a3a5922-b1f5-45e2-8091-3e9df8cf8f22" providerId="ADAL" clId="{0EFB1117-2783-494F-9CC6-A8DC59321477}" dt="2026-10-11T04:53:01.761" v="26" actId="478"/>
        <pc:sldMkLst>
          <pc:docMk/>
          <pc:sldMk cId="0" sldId="268"/>
        </pc:sldMkLst>
        <pc:spChg chg="mod">
          <ac:chgData name="DAVID CASTIBLANCO" userId="8a3a5922-b1f5-45e2-8091-3e9df8cf8f22" providerId="ADAL" clId="{0EFB1117-2783-494F-9CC6-A8DC59321477}" dt="2026-10-11T04:51:55.758" v="3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75" v="9" actId="276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1" actId="2763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7" actId="2763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4" actId="2763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8" actId="2763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2" actId="27636"/>
          <ac:spMkLst>
            <pc:docMk/>
            <pc:sldMk cId="0" sldId="268"/>
            <ac:spMk id="34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6" actId="27636"/>
          <ac:spMkLst>
            <pc:docMk/>
            <pc:sldMk cId="0" sldId="268"/>
            <ac:spMk id="38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1:55.758" v="5" actId="27636"/>
          <ac:spMkLst>
            <pc:docMk/>
            <pc:sldMk cId="0" sldId="268"/>
            <ac:spMk id="41" creationId="{00000000-0000-0000-0000-000000000000}"/>
          </ac:spMkLst>
        </pc:spChg>
        <pc:spChg chg="del">
          <ac:chgData name="DAVID CASTIBLANCO" userId="8a3a5922-b1f5-45e2-8091-3e9df8cf8f22" providerId="ADAL" clId="{0EFB1117-2783-494F-9CC6-A8DC59321477}" dt="2026-10-11T04:53:01.761" v="26" actId="478"/>
          <ac:spMkLst>
            <pc:docMk/>
            <pc:sldMk cId="0" sldId="268"/>
            <ac:spMk id="43" creationId="{00000000-0000-0000-0000-000000000000}"/>
          </ac:spMkLst>
        </pc:spChg>
      </pc:sldChg>
      <pc:sldChg chg="addSp delSp modSp add mod">
        <pc:chgData name="DAVID CASTIBLANCO" userId="8a3a5922-b1f5-45e2-8091-3e9df8cf8f22" providerId="ADAL" clId="{0EFB1117-2783-494F-9CC6-A8DC59321477}" dt="2026-10-11T05:19:09.503" v="371" actId="1038"/>
        <pc:sldMkLst>
          <pc:docMk/>
          <pc:sldMk cId="0" sldId="269"/>
        </pc:sldMkLst>
        <pc:spChg chg="mod">
          <ac:chgData name="DAVID CASTIBLANCO" userId="8a3a5922-b1f5-45e2-8091-3e9df8cf8f22" providerId="ADAL" clId="{0EFB1117-2783-494F-9CC6-A8DC59321477}" dt="2026-10-11T04:54:30.251" v="29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6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0.776" v="55" actId="103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9.453" v="72" actId="103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9.453" v="72" actId="1035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9.453" v="72" actId="1035"/>
          <ac:spMkLst>
            <pc:docMk/>
            <pc:sldMk cId="0" sldId="269"/>
            <ac:spMk id="15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5:59.453" v="72" actId="103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6:42.436" v="88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6:42.436" v="88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4:56:42.436" v="88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28.664" v="198" actId="103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9:26.915" v="273" actId="107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DAVID CASTIBLANCO" userId="8a3a5922-b1f5-45e2-8091-3e9df8cf8f22" providerId="ADAL" clId="{0EFB1117-2783-494F-9CC6-A8DC59321477}" dt="2026-10-11T05:03:57.880" v="223" actId="1035"/>
          <ac:spMkLst>
            <pc:docMk/>
            <pc:sldMk cId="0" sldId="269"/>
            <ac:spMk id="30" creationId="{00000000-0000-0000-0000-000000000000}"/>
          </ac:spMkLst>
        </pc:spChg>
        <pc:spChg chg="del">
          <ac:chgData name="DAVID CASTIBLANCO" userId="8a3a5922-b1f5-45e2-8091-3e9df8cf8f22" providerId="ADAL" clId="{0EFB1117-2783-494F-9CC6-A8DC59321477}" dt="2026-10-11T04:54:57.841" v="30" actId="478"/>
          <ac:spMkLst>
            <pc:docMk/>
            <pc:sldMk cId="0" sldId="269"/>
            <ac:spMk id="32" creationId="{00000000-0000-0000-0000-000000000000}"/>
          </ac:spMkLst>
        </pc:spChg>
        <pc:spChg chg="add del">
          <ac:chgData name="DAVID CASTIBLANCO" userId="8a3a5922-b1f5-45e2-8091-3e9df8cf8f22" providerId="ADAL" clId="{0EFB1117-2783-494F-9CC6-A8DC59321477}" dt="2026-10-11T04:58:22.033" v="139" actId="22"/>
          <ac:spMkLst>
            <pc:docMk/>
            <pc:sldMk cId="0" sldId="269"/>
            <ac:spMk id="35" creationId="{246826C8-347A-AFC4-0C01-97C689521334}"/>
          </ac:spMkLst>
        </pc:spChg>
        <pc:spChg chg="add mod">
          <ac:chgData name="DAVID CASTIBLANCO" userId="8a3a5922-b1f5-45e2-8091-3e9df8cf8f22" providerId="ADAL" clId="{0EFB1117-2783-494F-9CC6-A8DC59321477}" dt="2026-10-11T05:09:26.915" v="273" actId="1076"/>
          <ac:spMkLst>
            <pc:docMk/>
            <pc:sldMk cId="0" sldId="269"/>
            <ac:spMk id="37" creationId="{3CD37A69-3944-4DBE-1776-1C5C33C952EE}"/>
          </ac:spMkLst>
        </pc:spChg>
        <pc:spChg chg="add mod">
          <ac:chgData name="DAVID CASTIBLANCO" userId="8a3a5922-b1f5-45e2-8091-3e9df8cf8f22" providerId="ADAL" clId="{0EFB1117-2783-494F-9CC6-A8DC59321477}" dt="2026-10-11T05:09:26.915" v="273" actId="1076"/>
          <ac:spMkLst>
            <pc:docMk/>
            <pc:sldMk cId="0" sldId="269"/>
            <ac:spMk id="39" creationId="{E1E841F3-C5E6-87CA-DF93-4C7A3BB9C62F}"/>
          </ac:spMkLst>
        </pc:spChg>
        <pc:spChg chg="add mod">
          <ac:chgData name="DAVID CASTIBLANCO" userId="8a3a5922-b1f5-45e2-8091-3e9df8cf8f22" providerId="ADAL" clId="{0EFB1117-2783-494F-9CC6-A8DC59321477}" dt="2026-10-11T05:18:31.724" v="351" actId="1076"/>
          <ac:spMkLst>
            <pc:docMk/>
            <pc:sldMk cId="0" sldId="269"/>
            <ac:spMk id="41" creationId="{7710AF18-43E6-2951-7B78-F7BD3249616F}"/>
          </ac:spMkLst>
        </pc:spChg>
        <pc:spChg chg="mod">
          <ac:chgData name="DAVID CASTIBLANCO" userId="8a3a5922-b1f5-45e2-8091-3e9df8cf8f22" providerId="ADAL" clId="{0EFB1117-2783-494F-9CC6-A8DC59321477}" dt="2026-10-11T05:09:38.893" v="290" actId="1035"/>
          <ac:spMkLst>
            <pc:docMk/>
            <pc:sldMk cId="0" sldId="269"/>
            <ac:spMk id="43" creationId="{CE0FB76C-624D-02EF-4954-87D8F1952704}"/>
          </ac:spMkLst>
        </pc:spChg>
        <pc:spChg chg="add mod">
          <ac:chgData name="DAVID CASTIBLANCO" userId="8a3a5922-b1f5-45e2-8091-3e9df8cf8f22" providerId="ADAL" clId="{0EFB1117-2783-494F-9CC6-A8DC59321477}" dt="2026-10-11T05:09:38.893" v="290" actId="1035"/>
          <ac:spMkLst>
            <pc:docMk/>
            <pc:sldMk cId="0" sldId="269"/>
            <ac:spMk id="45" creationId="{C62C316A-C42F-BBCA-18C2-4AE0C6F93726}"/>
          </ac:spMkLst>
        </pc:spChg>
        <pc:spChg chg="del mod">
          <ac:chgData name="DAVID CASTIBLANCO" userId="8a3a5922-b1f5-45e2-8091-3e9df8cf8f22" providerId="ADAL" clId="{0EFB1117-2783-494F-9CC6-A8DC59321477}" dt="2026-10-11T05:08:35.590" v="266" actId="478"/>
          <ac:spMkLst>
            <pc:docMk/>
            <pc:sldMk cId="0" sldId="269"/>
            <ac:spMk id="47" creationId="{C5C06ABE-C715-177B-7413-C3F7E13E76D8}"/>
          </ac:spMkLst>
        </pc:spChg>
        <pc:spChg chg="mod">
          <ac:chgData name="DAVID CASTIBLANCO" userId="8a3a5922-b1f5-45e2-8091-3e9df8cf8f22" providerId="ADAL" clId="{0EFB1117-2783-494F-9CC6-A8DC59321477}" dt="2026-10-11T05:10:02.354" v="303" actId="1035"/>
          <ac:spMkLst>
            <pc:docMk/>
            <pc:sldMk cId="0" sldId="269"/>
            <ac:spMk id="49" creationId="{409C44DE-1AC0-B710-1F78-F9E4E6BAC964}"/>
          </ac:spMkLst>
        </pc:spChg>
        <pc:spChg chg="mod">
          <ac:chgData name="DAVID CASTIBLANCO" userId="8a3a5922-b1f5-45e2-8091-3e9df8cf8f22" providerId="ADAL" clId="{0EFB1117-2783-494F-9CC6-A8DC59321477}" dt="2026-10-11T05:10:02.354" v="303" actId="1035"/>
          <ac:spMkLst>
            <pc:docMk/>
            <pc:sldMk cId="0" sldId="269"/>
            <ac:spMk id="51" creationId="{3F4729A1-06EE-60F8-CF35-BD580631149A}"/>
          </ac:spMkLst>
        </pc:spChg>
        <pc:spChg chg="add del mod">
          <ac:chgData name="DAVID CASTIBLANCO" userId="8a3a5922-b1f5-45e2-8091-3e9df8cf8f22" providerId="ADAL" clId="{0EFB1117-2783-494F-9CC6-A8DC59321477}" dt="2026-10-11T05:08:35.590" v="266" actId="478"/>
          <ac:spMkLst>
            <pc:docMk/>
            <pc:sldMk cId="0" sldId="269"/>
            <ac:spMk id="53" creationId="{CFC7A9C2-41B6-D98D-A0DF-65B912DCCFD2}"/>
          </ac:spMkLst>
        </pc:spChg>
        <pc:spChg chg="add mod">
          <ac:chgData name="DAVID CASTIBLANCO" userId="8a3a5922-b1f5-45e2-8091-3e9df8cf8f22" providerId="ADAL" clId="{0EFB1117-2783-494F-9CC6-A8DC59321477}" dt="2026-10-11T05:10:02.354" v="303" actId="1035"/>
          <ac:spMkLst>
            <pc:docMk/>
            <pc:sldMk cId="0" sldId="269"/>
            <ac:spMk id="55" creationId="{BEBB7CA6-6BCB-D3AB-4F44-DB5B83CC9E57}"/>
          </ac:spMkLst>
        </pc:spChg>
        <pc:spChg chg="add mod">
          <ac:chgData name="DAVID CASTIBLANCO" userId="8a3a5922-b1f5-45e2-8091-3e9df8cf8f22" providerId="ADAL" clId="{0EFB1117-2783-494F-9CC6-A8DC59321477}" dt="2026-10-11T05:10:02.354" v="303" actId="1035"/>
          <ac:spMkLst>
            <pc:docMk/>
            <pc:sldMk cId="0" sldId="269"/>
            <ac:spMk id="57" creationId="{52C152BB-F0E4-4F1E-EF8C-EE48075B5EC1}"/>
          </ac:spMkLst>
        </pc:spChg>
        <pc:spChg chg="add del mod">
          <ac:chgData name="DAVID CASTIBLANCO" userId="8a3a5922-b1f5-45e2-8091-3e9df8cf8f22" providerId="ADAL" clId="{0EFB1117-2783-494F-9CC6-A8DC59321477}" dt="2026-10-11T05:08:35.590" v="266" actId="478"/>
          <ac:spMkLst>
            <pc:docMk/>
            <pc:sldMk cId="0" sldId="269"/>
            <ac:spMk id="59" creationId="{598233A6-8BEB-4C33-D211-CD513D4E8589}"/>
          </ac:spMkLst>
        </pc:spChg>
        <pc:spChg chg="add mod">
          <ac:chgData name="DAVID CASTIBLANCO" userId="8a3a5922-b1f5-45e2-8091-3e9df8cf8f22" providerId="ADAL" clId="{0EFB1117-2783-494F-9CC6-A8DC59321477}" dt="2026-10-11T05:10:02.354" v="303" actId="1035"/>
          <ac:spMkLst>
            <pc:docMk/>
            <pc:sldMk cId="0" sldId="269"/>
            <ac:spMk id="61" creationId="{CA6CA4E0-2F7E-9565-B2C0-838F893D6A68}"/>
          </ac:spMkLst>
        </pc:spChg>
        <pc:spChg chg="add mod">
          <ac:chgData name="DAVID CASTIBLANCO" userId="8a3a5922-b1f5-45e2-8091-3e9df8cf8f22" providerId="ADAL" clId="{0EFB1117-2783-494F-9CC6-A8DC59321477}" dt="2026-10-11T05:10:02.354" v="303" actId="1035"/>
          <ac:spMkLst>
            <pc:docMk/>
            <pc:sldMk cId="0" sldId="269"/>
            <ac:spMk id="63" creationId="{C8480816-2860-3071-F9AE-DAF264182515}"/>
          </ac:spMkLst>
        </pc:spChg>
        <pc:spChg chg="del mod">
          <ac:chgData name="DAVID CASTIBLANCO" userId="8a3a5922-b1f5-45e2-8091-3e9df8cf8f22" providerId="ADAL" clId="{0EFB1117-2783-494F-9CC6-A8DC59321477}" dt="2026-10-11T05:08:35.590" v="266" actId="478"/>
          <ac:spMkLst>
            <pc:docMk/>
            <pc:sldMk cId="0" sldId="269"/>
            <ac:spMk id="65" creationId="{4912404B-37CC-FBA8-1FF1-19E8DF025983}"/>
          </ac:spMkLst>
        </pc:spChg>
        <pc:spChg chg="add mod">
          <ac:chgData name="DAVID CASTIBLANCO" userId="8a3a5922-b1f5-45e2-8091-3e9df8cf8f22" providerId="ADAL" clId="{0EFB1117-2783-494F-9CC6-A8DC59321477}" dt="2026-10-11T05:18:31.724" v="351" actId="1076"/>
          <ac:spMkLst>
            <pc:docMk/>
            <pc:sldMk cId="0" sldId="269"/>
            <ac:spMk id="68" creationId="{4369F73C-8628-AEA0-F235-396B38361429}"/>
          </ac:spMkLst>
        </pc:spChg>
        <pc:spChg chg="add mod">
          <ac:chgData name="DAVID CASTIBLANCO" userId="8a3a5922-b1f5-45e2-8091-3e9df8cf8f22" providerId="ADAL" clId="{0EFB1117-2783-494F-9CC6-A8DC59321477}" dt="2026-10-11T05:18:31.724" v="351" actId="1076"/>
          <ac:spMkLst>
            <pc:docMk/>
            <pc:sldMk cId="0" sldId="269"/>
            <ac:spMk id="70" creationId="{6A1E80C9-C089-D23B-6395-FCEEE1D1DCB0}"/>
          </ac:spMkLst>
        </pc:spChg>
        <pc:spChg chg="add mod">
          <ac:chgData name="DAVID CASTIBLANCO" userId="8a3a5922-b1f5-45e2-8091-3e9df8cf8f22" providerId="ADAL" clId="{0EFB1117-2783-494F-9CC6-A8DC59321477}" dt="2026-10-11T05:18:31.724" v="351" actId="1076"/>
          <ac:spMkLst>
            <pc:docMk/>
            <pc:sldMk cId="0" sldId="269"/>
            <ac:spMk id="72" creationId="{2977FC0A-3AF8-3E93-8996-1D1DAB569482}"/>
          </ac:spMkLst>
        </pc:spChg>
        <pc:spChg chg="add mod">
          <ac:chgData name="DAVID CASTIBLANCO" userId="8a3a5922-b1f5-45e2-8091-3e9df8cf8f22" providerId="ADAL" clId="{0EFB1117-2783-494F-9CC6-A8DC59321477}" dt="2026-10-11T05:18:31.724" v="351" actId="1076"/>
          <ac:spMkLst>
            <pc:docMk/>
            <pc:sldMk cId="0" sldId="269"/>
            <ac:spMk id="74" creationId="{18B30842-0AE0-93E6-C354-C55C047533A8}"/>
          </ac:spMkLst>
        </pc:spChg>
        <pc:graphicFrameChg chg="add mod">
          <ac:chgData name="DAVID CASTIBLANCO" userId="8a3a5922-b1f5-45e2-8091-3e9df8cf8f22" providerId="ADAL" clId="{0EFB1117-2783-494F-9CC6-A8DC59321477}" dt="2026-10-11T05:08:04.007" v="263"/>
          <ac:graphicFrameMkLst>
            <pc:docMk/>
            <pc:sldMk cId="0" sldId="269"/>
            <ac:graphicFrameMk id="66" creationId="{7DB6A041-653D-477C-5C68-47E2E9320C28}"/>
          </ac:graphicFrameMkLst>
        </pc:graphicFrameChg>
        <pc:cxnChg chg="add del mod">
          <ac:chgData name="DAVID CASTIBLANCO" userId="8a3a5922-b1f5-45e2-8091-3e9df8cf8f22" providerId="ADAL" clId="{0EFB1117-2783-494F-9CC6-A8DC59321477}" dt="2026-10-11T05:18:07.038" v="343" actId="478"/>
          <ac:cxnSpMkLst>
            <pc:docMk/>
            <pc:sldMk cId="0" sldId="269"/>
            <ac:cxnSpMk id="76" creationId="{08000A9E-415B-33C4-CD49-EFE0C01FEBF4}"/>
          </ac:cxnSpMkLst>
        </pc:cxnChg>
        <pc:cxnChg chg="add del mod">
          <ac:chgData name="DAVID CASTIBLANCO" userId="8a3a5922-b1f5-45e2-8091-3e9df8cf8f22" providerId="ADAL" clId="{0EFB1117-2783-494F-9CC6-A8DC59321477}" dt="2026-10-11T05:18:07.038" v="343" actId="478"/>
          <ac:cxnSpMkLst>
            <pc:docMk/>
            <pc:sldMk cId="0" sldId="269"/>
            <ac:cxnSpMk id="77" creationId="{E62E9C1A-07F9-E6F2-2EF6-1677A35A3E8A}"/>
          </ac:cxnSpMkLst>
        </pc:cxnChg>
        <pc:cxnChg chg="add del mod">
          <ac:chgData name="DAVID CASTIBLANCO" userId="8a3a5922-b1f5-45e2-8091-3e9df8cf8f22" providerId="ADAL" clId="{0EFB1117-2783-494F-9CC6-A8DC59321477}" dt="2026-10-11T05:18:07.038" v="343" actId="478"/>
          <ac:cxnSpMkLst>
            <pc:docMk/>
            <pc:sldMk cId="0" sldId="269"/>
            <ac:cxnSpMk id="78" creationId="{CBD33500-B86D-073F-9733-93A19077B158}"/>
          </ac:cxnSpMkLst>
        </pc:cxnChg>
        <pc:cxnChg chg="add mod">
          <ac:chgData name="DAVID CASTIBLANCO" userId="8a3a5922-b1f5-45e2-8091-3e9df8cf8f22" providerId="ADAL" clId="{0EFB1117-2783-494F-9CC6-A8DC59321477}" dt="2026-10-11T05:18:56.598" v="360" actId="1036"/>
          <ac:cxnSpMkLst>
            <pc:docMk/>
            <pc:sldMk cId="0" sldId="269"/>
            <ac:cxnSpMk id="79" creationId="{3A3B0328-7442-9E34-5B8E-FDE53997B989}"/>
          </ac:cxnSpMkLst>
        </pc:cxnChg>
        <pc:cxnChg chg="add del mod">
          <ac:chgData name="DAVID CASTIBLANCO" userId="8a3a5922-b1f5-45e2-8091-3e9df8cf8f22" providerId="ADAL" clId="{0EFB1117-2783-494F-9CC6-A8DC59321477}" dt="2026-10-11T05:17:48.992" v="337" actId="478"/>
          <ac:cxnSpMkLst>
            <pc:docMk/>
            <pc:sldMk cId="0" sldId="269"/>
            <ac:cxnSpMk id="82" creationId="{04FE09BB-F0C6-16B8-9618-67EE84B3448B}"/>
          </ac:cxnSpMkLst>
        </pc:cxnChg>
        <pc:cxnChg chg="add mod">
          <ac:chgData name="DAVID CASTIBLANCO" userId="8a3a5922-b1f5-45e2-8091-3e9df8cf8f22" providerId="ADAL" clId="{0EFB1117-2783-494F-9CC6-A8DC59321477}" dt="2026-10-11T05:18:56.598" v="360" actId="1036"/>
          <ac:cxnSpMkLst>
            <pc:docMk/>
            <pc:sldMk cId="0" sldId="269"/>
            <ac:cxnSpMk id="83" creationId="{9DF75ACB-4983-BF82-DAAE-AD1FA4A9F551}"/>
          </ac:cxnSpMkLst>
        </pc:cxnChg>
        <pc:cxnChg chg="add mod">
          <ac:chgData name="DAVID CASTIBLANCO" userId="8a3a5922-b1f5-45e2-8091-3e9df8cf8f22" providerId="ADAL" clId="{0EFB1117-2783-494F-9CC6-A8DC59321477}" dt="2026-10-11T05:19:02.756" v="366" actId="1038"/>
          <ac:cxnSpMkLst>
            <pc:docMk/>
            <pc:sldMk cId="0" sldId="269"/>
            <ac:cxnSpMk id="84" creationId="{DEEA0A58-D59F-8605-F2C7-98D17ECCD6E0}"/>
          </ac:cxnSpMkLst>
        </pc:cxnChg>
        <pc:cxnChg chg="add mod">
          <ac:chgData name="DAVID CASTIBLANCO" userId="8a3a5922-b1f5-45e2-8091-3e9df8cf8f22" providerId="ADAL" clId="{0EFB1117-2783-494F-9CC6-A8DC59321477}" dt="2026-10-11T05:19:06.979" v="369" actId="1038"/>
          <ac:cxnSpMkLst>
            <pc:docMk/>
            <pc:sldMk cId="0" sldId="269"/>
            <ac:cxnSpMk id="85" creationId="{54D1E201-ACAF-93F6-EA8A-3222800E9A9F}"/>
          </ac:cxnSpMkLst>
        </pc:cxnChg>
        <pc:cxnChg chg="add mod">
          <ac:chgData name="DAVID CASTIBLANCO" userId="8a3a5922-b1f5-45e2-8091-3e9df8cf8f22" providerId="ADAL" clId="{0EFB1117-2783-494F-9CC6-A8DC59321477}" dt="2026-10-11T05:19:09.503" v="371" actId="1038"/>
          <ac:cxnSpMkLst>
            <pc:docMk/>
            <pc:sldMk cId="0" sldId="269"/>
            <ac:cxnSpMk id="86" creationId="{6BD39EEC-4584-5FE6-BE49-B73BA225B9CD}"/>
          </ac:cxnSpMkLst>
        </pc:cxnChg>
      </pc:sldChg>
      <pc:sldChg chg="addSp modSp new del mod">
        <pc:chgData name="DAVID CASTIBLANCO" userId="8a3a5922-b1f5-45e2-8091-3e9df8cf8f22" providerId="ADAL" clId="{0EFB1117-2783-494F-9CC6-A8DC59321477}" dt="2026-10-11T05:06:21.678" v="262" actId="47"/>
        <pc:sldMkLst>
          <pc:docMk/>
          <pc:sldMk cId="728802342" sldId="270"/>
        </pc:sldMkLst>
        <pc:spChg chg="add mod">
          <ac:chgData name="DAVID CASTIBLANCO" userId="8a3a5922-b1f5-45e2-8091-3e9df8cf8f22" providerId="ADAL" clId="{0EFB1117-2783-494F-9CC6-A8DC59321477}" dt="2026-10-11T04:59:56.981" v="144" actId="21"/>
          <ac:spMkLst>
            <pc:docMk/>
            <pc:sldMk cId="728802342" sldId="270"/>
            <ac:spMk id="3" creationId="{3F057350-BF2E-822D-36FC-44F941973549}"/>
          </ac:spMkLst>
        </pc:spChg>
        <pc:spChg chg="add mod">
          <ac:chgData name="DAVID CASTIBLANCO" userId="8a3a5922-b1f5-45e2-8091-3e9df8cf8f22" providerId="ADAL" clId="{0EFB1117-2783-494F-9CC6-A8DC59321477}" dt="2026-10-11T05:00:01.642" v="147" actId="1076"/>
          <ac:spMkLst>
            <pc:docMk/>
            <pc:sldMk cId="728802342" sldId="270"/>
            <ac:spMk id="5" creationId="{64E95790-F341-09E5-528C-434EBDA03A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Volume Data_prueba_CD.xlsx y Macro Variables_Prueba_CD.xlsx; cálculos propios. Visual de proceso generado con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diagnóstico de brechas de información a partir de los archivos suministrados; recomendación propia.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Fuente: archivos suministrados para la prueba técnica; cálculos propios.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TÉCNICA | FORECAST DE VOLUMEN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5B611"/>
                </a:solidFill>
              </a:rPr>
              <a:t>PRONÓSTICO MENSUAL DE VOLUMEN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81328"/>
            <a:ext cx="9875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Marca 2: convertir una caída estructural en decisiones de planeación más precisas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D8D8"/>
                </a:solidFill>
              </a:rPr>
              <a:t>Modelo de demanda | Enero 2023 – Diciembre 2025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096512"/>
            <a:ext cx="2743200" cy="1"/>
          </a:xfrm>
          <a:prstGeom prst="line">
            <a:avLst/>
          </a:prstGeom>
          <a:noFill/>
          <a:ln w="508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77240" y="45902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DAVID CASTIBLANCO  |  DATA SCIENTIST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956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AFAF"/>
                </a:solidFill>
              </a:rPr>
              <a:t>Prueba técnica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700" b="1" dirty="0">
                <a:solidFill>
                  <a:srgbClr val="E5B611"/>
                </a:solidFill>
              </a:rPr>
              <a:t>39,8%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8321040" y="52852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del volumen total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corresponde a Marca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 es mejorar la calibración sin perder capacidad de reacción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73152" cy="141732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86968" y="1673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39,8%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2221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de Marca 2 en el volumen total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50876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310128" y="1508760"/>
            <a:ext cx="73152" cy="1417320"/>
          </a:xfrm>
          <a:prstGeom prst="rect">
            <a:avLst/>
          </a:prstGeom>
          <a:solidFill>
            <a:srgbClr val="921A28"/>
          </a:solidFill>
          <a:ln w="12700">
            <a:solidFill>
              <a:srgbClr val="921A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38728" y="1673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−59%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38728" y="2221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 del volumen promedio mensual entre 2023 y 2025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61888" y="150876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961888" y="1508760"/>
            <a:ext cx="73152" cy="141732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190488" y="1673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90488" y="2221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WAPE del modelo operativo sobre 2025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13648" y="150876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613648" y="1508760"/>
            <a:ext cx="73152" cy="1417320"/>
          </a:xfrm>
          <a:prstGeom prst="rect">
            <a:avLst/>
          </a:prstGeom>
          <a:solidFill>
            <a:srgbClr val="325A6D"/>
          </a:solidFill>
          <a:ln w="12700">
            <a:solidFill>
              <a:srgbClr val="325A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842248" y="1673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−2,7%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42248" y="2221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anual; calibración cercana al total real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337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Tres decisiones guían la solución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79476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Priorizar tendencia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3794760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La señal dominante es la contracción estructural, no la estacionalidad.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4165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4165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Seleccionar por precisión y calibración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4416552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Elastic Net cede 2,4 pp de WAPE para reducir el Bias en 6,5 pp.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503834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5038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Usar el forecast para planeación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5038344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El modelo predice demanda; no identifica causalmente el precio óptimo.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DEL ANÁLISIS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2 es la prioridad: concentra 39,8% del volumen y 36,6% del NR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brand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11547"/>
            <a:ext cx="7589520" cy="35092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600200"/>
            <a:ext cx="2514600" cy="1325880"/>
          </a:xfrm>
          <a:prstGeom prst="roundRect">
            <a:avLst>
              <a:gd name="adj" fmla="val 4138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549640" y="1600200"/>
            <a:ext cx="73152" cy="132588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778240" y="17647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 M hl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78240" y="2313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acumulado de Marca 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49640" y="3154680"/>
            <a:ext cx="2514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8549640" y="3154680"/>
            <a:ext cx="73152" cy="1325880"/>
          </a:xfrm>
          <a:prstGeom prst="rect">
            <a:avLst/>
          </a:prstGeom>
          <a:solidFill>
            <a:srgbClr val="325A6D"/>
          </a:solidFill>
          <a:ln w="12700">
            <a:solidFill>
              <a:srgbClr val="325A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778240" y="33192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meses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778240" y="3867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completa sin meses faltantes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49640" y="4892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Criterio de selección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49640" y="52669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Mayor volumen acumulado durante el periodo analizado. La anonimización obliga a reportar la marca como “Marca 2”.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DEMANDA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contracción estructural domina: el promedio mensual cae 59% en dos años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01807"/>
            <a:ext cx="7635240" cy="3374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6002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Qué significa para el modelo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77072" y="2148840"/>
            <a:ext cx="137160" cy="137160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869680" y="2084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El mismo mes del año anterior sobreestima la demanda actual.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77072" y="3108960"/>
            <a:ext cx="137160" cy="137160"/>
          </a:xfrm>
          <a:prstGeom prst="ellipse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869680" y="3044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La media móvil captura mejor el nivel reciente, pero Elastic Net la lleva a cero cuando incluye Trend.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77072" y="4069080"/>
            <a:ext cx="137160" cy="137160"/>
          </a:xfrm>
          <a:prstGeom prst="ellipse">
            <a:avLst/>
          </a:prstGeom>
          <a:solidFill>
            <a:srgbClr val="921A28"/>
          </a:solidFill>
          <a:ln w="12700">
            <a:solidFill>
              <a:srgbClr val="921A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869680" y="40050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La predicción futura es sensible a una ruptura de la tendencia.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MENSUAL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estacionalidad es moderada; diciembre es fuerte y julio–octubre–noviembre son débiles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97768"/>
            <a:ext cx="7635240" cy="353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554480"/>
            <a:ext cx="2423160" cy="1280160"/>
          </a:xfrm>
          <a:prstGeom prst="roundRect">
            <a:avLst>
              <a:gd name="adj" fmla="val 4286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549640" y="1554480"/>
            <a:ext cx="73152" cy="128016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77824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0,464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78240" y="22677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estacional: señal moderada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496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Lectura ejecutiva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9640" y="35204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A4A4A"/>
                </a:solidFill>
              </a:rPr>
              <a:t>• Diciembre supera el promedio anual en los tres años.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A4A4A"/>
                </a:solidFill>
              </a:rPr>
              <a:t>• Julio, octubre y noviembre permanecen por debajo del promedio.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A4A4A"/>
                </a:solidFill>
              </a:rPr>
              <a:t>• Febrero mejora el WAPE, pero su patrón no es estable en los tres ciclos.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MODELOS DEL EXPERIMENTO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fuentes y cinco familias de modelos permitieron contrastar precisión, calibración e interpretabilidad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3ea3b69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43100"/>
            <a:ext cx="507492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11988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1A33C"/>
                </a:solidFill>
              </a:rPr>
              <a:t>DATOS UTILIZADOS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70448" y="1439922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126480" y="165937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Ventas por marca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204342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324 filas · 11 marcas · 36 meses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Volume, NR y DN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13648" y="1439922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869680" y="165937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Variables macro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869680" y="204342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8D8D8"/>
                </a:solidFill>
              </a:rPr>
              <a:t>87 filas · 5 conceptos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D8D8D8"/>
                </a:solidFill>
              </a:rPr>
              <a:t>IPC mensual + indicadores trimestrales y anuales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5897880" y="27335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1A33C"/>
                </a:solidFill>
              </a:rPr>
              <a:t>DISEÑO DEL EXPERIMENTO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25312" y="30993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91072" y="30993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Regresión lineal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73568" y="30993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Benchmark interpretable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5925312" y="32953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91072" y="32953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Ridge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73568" y="32953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Regularización L2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925312" y="3512315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91072" y="351231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Elastic Net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73568" y="3512315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L1 + L2; selección y estabilidad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925312" y="3727715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91072" y="372771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973568" y="3727715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No linealidad por ensamble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925312" y="3968221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91072" y="3968221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73568" y="3968221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Interacciones secuenciales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5829300" y="4319766"/>
            <a:ext cx="5257800" cy="384048"/>
          </a:xfrm>
          <a:prstGeom prst="roundRect">
            <a:avLst>
              <a:gd name="adj" fmla="val 9524"/>
            </a:avLst>
          </a:prstGeom>
          <a:solidFill>
            <a:srgbClr val="EFEFEF"/>
          </a:solidFill>
          <a:ln w="762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6012180" y="4429494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0000"/>
                </a:solidFill>
              </a:rPr>
              <a:t>5 feature sets  |  3 baselines: lag 1, lag 12 y media móvil 3M  |  Set test 2025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713232" y="5669280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La muestra favorece modelos parsimoniosos: Elastic Net superó ampliamente a los árboles en precisión y Bias.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3CD37A69-3944-4DBE-1776-1C5C33C952EE}"/>
              </a:ext>
            </a:extLst>
          </p:cNvPr>
          <p:cNvSpPr/>
          <p:nvPr/>
        </p:nvSpPr>
        <p:spPr>
          <a:xfrm>
            <a:off x="5925312" y="4919603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1E841F3-C5E6-87CA-DF93-4C7A3BB9C62F}"/>
              </a:ext>
            </a:extLst>
          </p:cNvPr>
          <p:cNvSpPr/>
          <p:nvPr/>
        </p:nvSpPr>
        <p:spPr>
          <a:xfrm>
            <a:off x="6291072" y="4919603"/>
            <a:ext cx="1709928" cy="333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19048"/>
              </a:lnSpc>
              <a:buNone/>
            </a:pPr>
            <a:r>
              <a:rPr lang="es-MX" sz="1050" b="1" dirty="0">
                <a:latin typeface="Segoe UI" panose="020B0502040204020203" pitchFamily="34" charset="0"/>
              </a:rPr>
              <a:t>Compact:</a:t>
            </a:r>
            <a:r>
              <a:rPr lang="es-MX" sz="1050" dirty="0">
                <a:latin typeface="Segoe UI" panose="020B0502040204020203" pitchFamily="34" charset="0"/>
              </a:rPr>
              <a:t> Dinámica reciente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710AF18-43E6-2951-7B78-F7BD3249616F}"/>
              </a:ext>
            </a:extLst>
          </p:cNvPr>
          <p:cNvSpPr/>
          <p:nvPr/>
        </p:nvSpPr>
        <p:spPr>
          <a:xfrm>
            <a:off x="8663178" y="4886047"/>
            <a:ext cx="2644140" cy="30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dirty="0">
                <a:solidFill>
                  <a:srgbClr val="4A4A4A"/>
                </a:solidFill>
              </a:rPr>
              <a:t>Volume_lag_1,DN_lag_1,Avg_Price_lag_1,Is_December,Low_Season</a:t>
            </a:r>
            <a:endParaRPr lang="en-US" sz="8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CE0FB76C-624D-02EF-4954-87D8F1952704}"/>
              </a:ext>
            </a:extLst>
          </p:cNvPr>
          <p:cNvSpPr/>
          <p:nvPr/>
        </p:nvSpPr>
        <p:spPr>
          <a:xfrm>
            <a:off x="5925312" y="5191883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2</a:t>
            </a:r>
            <a:endParaRPr lang="en-US" sz="10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C62C316A-C42F-BBCA-18C2-4AE0C6F93726}"/>
              </a:ext>
            </a:extLst>
          </p:cNvPr>
          <p:cNvSpPr/>
          <p:nvPr/>
        </p:nvSpPr>
        <p:spPr>
          <a:xfrm>
            <a:off x="6291072" y="5191883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Initial: </a:t>
            </a:r>
            <a:r>
              <a:rPr lang="en-US" sz="1050" dirty="0" err="1">
                <a:solidFill>
                  <a:srgbClr val="000000"/>
                </a:solidFill>
              </a:rPr>
              <a:t>Dinámica</a:t>
            </a:r>
            <a:r>
              <a:rPr lang="en-US" sz="1050" dirty="0">
                <a:solidFill>
                  <a:srgbClr val="000000"/>
                </a:solidFill>
              </a:rPr>
              <a:t> + IPC</a:t>
            </a:r>
            <a:endParaRPr lang="en-US" sz="105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409C44DE-1AC0-B710-1F78-F9E4E6BAC964}"/>
              </a:ext>
            </a:extLst>
          </p:cNvPr>
          <p:cNvSpPr/>
          <p:nvPr/>
        </p:nvSpPr>
        <p:spPr>
          <a:xfrm>
            <a:off x="5925312" y="545644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3F4729A1-06EE-60F8-CF35-BD580631149A}"/>
              </a:ext>
            </a:extLst>
          </p:cNvPr>
          <p:cNvSpPr/>
          <p:nvPr/>
        </p:nvSpPr>
        <p:spPr>
          <a:xfrm>
            <a:off x="6291072" y="5456441"/>
            <a:ext cx="2167128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dirty="0">
                <a:solidFill>
                  <a:srgbClr val="000000"/>
                </a:solidFill>
              </a:rPr>
              <a:t>Moving </a:t>
            </a:r>
            <a:r>
              <a:rPr lang="pt-BR" sz="1050" b="1" dirty="0" err="1">
                <a:solidFill>
                  <a:srgbClr val="000000"/>
                </a:solidFill>
              </a:rPr>
              <a:t>average</a:t>
            </a:r>
            <a:r>
              <a:rPr lang="pt-BR" sz="1050" b="1" dirty="0">
                <a:solidFill>
                  <a:srgbClr val="000000"/>
                </a:solidFill>
              </a:rPr>
              <a:t>: </a:t>
            </a:r>
            <a:r>
              <a:rPr lang="pt-BR" sz="1050" dirty="0">
                <a:solidFill>
                  <a:srgbClr val="000000"/>
                </a:solidFill>
              </a:rPr>
              <a:t>Tendencia suavizada + IPC</a:t>
            </a:r>
            <a:endParaRPr lang="en-US" sz="105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BEBB7CA6-6BCB-D3AB-4F44-DB5B83CC9E57}"/>
              </a:ext>
            </a:extLst>
          </p:cNvPr>
          <p:cNvSpPr/>
          <p:nvPr/>
        </p:nvSpPr>
        <p:spPr>
          <a:xfrm>
            <a:off x="5925312" y="593092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52C152BB-F0E4-4F1E-EF8C-EE48075B5EC1}"/>
              </a:ext>
            </a:extLst>
          </p:cNvPr>
          <p:cNvSpPr/>
          <p:nvPr/>
        </p:nvSpPr>
        <p:spPr>
          <a:xfrm>
            <a:off x="6291072" y="593092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19048"/>
              </a:lnSpc>
              <a:buNone/>
            </a:pPr>
            <a:r>
              <a:rPr lang="es-MX" sz="1050" b="1" dirty="0" err="1">
                <a:latin typeface="Segoe UI" panose="020B0502040204020203" pitchFamily="34" charset="0"/>
              </a:rPr>
              <a:t>Seasonal</a:t>
            </a:r>
            <a:r>
              <a:rPr lang="es-MX" sz="1050" b="1" dirty="0">
                <a:latin typeface="Segoe UI" panose="020B0502040204020203" pitchFamily="34" charset="0"/>
              </a:rPr>
              <a:t> </a:t>
            </a:r>
            <a:r>
              <a:rPr lang="es-MX" sz="1050" b="1" dirty="0" err="1">
                <a:latin typeface="Segoe UI" panose="020B0502040204020203" pitchFamily="34" charset="0"/>
              </a:rPr>
              <a:t>February</a:t>
            </a:r>
            <a:r>
              <a:rPr lang="es-MX" sz="1050" b="1" dirty="0">
                <a:latin typeface="Segoe UI" panose="020B0502040204020203" pitchFamily="34" charset="0"/>
              </a:rPr>
              <a:t>:</a:t>
            </a:r>
            <a:r>
              <a:rPr lang="es-MX" sz="1050" dirty="0">
                <a:latin typeface="Segoe UI" panose="020B0502040204020203" pitchFamily="34" charset="0"/>
              </a:rPr>
              <a:t> Estacionalidad ampliada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CA6CA4E0-2F7E-9565-B2C0-838F893D6A68}"/>
              </a:ext>
            </a:extLst>
          </p:cNvPr>
          <p:cNvSpPr/>
          <p:nvPr/>
        </p:nvSpPr>
        <p:spPr>
          <a:xfrm>
            <a:off x="5925312" y="62547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611"/>
                </a:solidFill>
              </a:rPr>
              <a:t>5</a:t>
            </a:r>
            <a:endParaRPr lang="en-US" sz="10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8480816-2860-3071-F9AE-DAF264182515}"/>
              </a:ext>
            </a:extLst>
          </p:cNvPr>
          <p:cNvSpPr/>
          <p:nvPr/>
        </p:nvSpPr>
        <p:spPr>
          <a:xfrm>
            <a:off x="6291072" y="625473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Moving average trend: </a:t>
            </a:r>
            <a:r>
              <a:rPr lang="en-US" sz="1050" dirty="0" err="1">
                <a:solidFill>
                  <a:srgbClr val="000000"/>
                </a:solidFill>
              </a:rPr>
              <a:t>Tendencia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US" sz="1050" dirty="0" err="1">
                <a:solidFill>
                  <a:srgbClr val="000000"/>
                </a:solidFill>
              </a:rPr>
              <a:t>estructural</a:t>
            </a:r>
            <a:endParaRPr lang="en-US" sz="105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4369F73C-8628-AEA0-F235-396B38361429}"/>
              </a:ext>
            </a:extLst>
          </p:cNvPr>
          <p:cNvSpPr/>
          <p:nvPr/>
        </p:nvSpPr>
        <p:spPr>
          <a:xfrm>
            <a:off x="8663178" y="5180465"/>
            <a:ext cx="2644140" cy="30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dirty="0">
                <a:solidFill>
                  <a:srgbClr val="4A4A4A"/>
                </a:solidFill>
              </a:rPr>
              <a:t>Volume_lag_1,DN_lag_1,Avg_Price_lag_1,Is_December,Low_Season,IPC_lag_1</a:t>
            </a:r>
            <a:endParaRPr lang="en-US" sz="800" dirty="0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6A1E80C9-C089-D23B-6395-FCEEE1D1DCB0}"/>
              </a:ext>
            </a:extLst>
          </p:cNvPr>
          <p:cNvSpPr/>
          <p:nvPr/>
        </p:nvSpPr>
        <p:spPr>
          <a:xfrm>
            <a:off x="8663178" y="5502674"/>
            <a:ext cx="2491740" cy="30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dirty="0">
                <a:solidFill>
                  <a:srgbClr val="4A4A4A"/>
                </a:solidFill>
              </a:rPr>
              <a:t>Volume_MA_3,DN_lag_1,Avg_Price_lag_1,IPC_lag_1,Is_December,Low_Season</a:t>
            </a:r>
            <a:endParaRPr lang="en-US" sz="800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2977FC0A-3AF8-3E93-8996-1D1DAB569482}"/>
              </a:ext>
            </a:extLst>
          </p:cNvPr>
          <p:cNvSpPr/>
          <p:nvPr/>
        </p:nvSpPr>
        <p:spPr>
          <a:xfrm>
            <a:off x="8681466" y="5828451"/>
            <a:ext cx="2644140" cy="30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dirty="0">
                <a:solidFill>
                  <a:srgbClr val="4A4A4A"/>
                </a:solidFill>
              </a:rPr>
              <a:t>Volume_MA_3,DN_lag_1,Avg_Price_lag_1,IPC_lag_1,Is_February,Is_December,Low_Season</a:t>
            </a:r>
            <a:endParaRPr lang="en-US" sz="80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18B30842-0AE0-93E6-C354-C55C047533A8}"/>
              </a:ext>
            </a:extLst>
          </p:cNvPr>
          <p:cNvSpPr/>
          <p:nvPr/>
        </p:nvSpPr>
        <p:spPr>
          <a:xfrm>
            <a:off x="8663178" y="6189720"/>
            <a:ext cx="2644140" cy="305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0" dirty="0">
                <a:solidFill>
                  <a:srgbClr val="4A4A4A"/>
                </a:solidFill>
              </a:rPr>
              <a:t>Volume_MA_3,DN_lag_1,Avg_Price_lag_1,Trend,Is_December,Low_Season</a:t>
            </a:r>
            <a:endParaRPr lang="en-US" sz="800" dirty="0"/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3A3B0328-7442-9E34-5B8E-FDE53997B989}"/>
              </a:ext>
            </a:extLst>
          </p:cNvPr>
          <p:cNvCxnSpPr>
            <a:cxnSpLocks/>
          </p:cNvCxnSpPr>
          <p:nvPr/>
        </p:nvCxnSpPr>
        <p:spPr>
          <a:xfrm>
            <a:off x="8407908" y="5961402"/>
            <a:ext cx="18592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9DF75ACB-4983-BF82-DAAE-AD1FA4A9F551}"/>
              </a:ext>
            </a:extLst>
          </p:cNvPr>
          <p:cNvCxnSpPr>
            <a:cxnSpLocks/>
          </p:cNvCxnSpPr>
          <p:nvPr/>
        </p:nvCxnSpPr>
        <p:spPr>
          <a:xfrm>
            <a:off x="8409432" y="6327162"/>
            <a:ext cx="18592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DEEA0A58-D59F-8605-F2C7-98D17ECCD6E0}"/>
              </a:ext>
            </a:extLst>
          </p:cNvPr>
          <p:cNvCxnSpPr>
            <a:cxnSpLocks/>
          </p:cNvCxnSpPr>
          <p:nvPr/>
        </p:nvCxnSpPr>
        <p:spPr>
          <a:xfrm>
            <a:off x="8404860" y="5700282"/>
            <a:ext cx="18592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54D1E201-ACAF-93F6-EA8A-3222800E9A9F}"/>
              </a:ext>
            </a:extLst>
          </p:cNvPr>
          <p:cNvCxnSpPr>
            <a:cxnSpLocks/>
          </p:cNvCxnSpPr>
          <p:nvPr/>
        </p:nvCxnSpPr>
        <p:spPr>
          <a:xfrm>
            <a:off x="8397240" y="5341620"/>
            <a:ext cx="18592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6BD39EEC-4584-5FE6-BE49-B73BA225B9CD}"/>
              </a:ext>
            </a:extLst>
          </p:cNvPr>
          <p:cNvCxnSpPr>
            <a:cxnSpLocks/>
          </p:cNvCxnSpPr>
          <p:nvPr/>
        </p:nvCxnSpPr>
        <p:spPr>
          <a:xfrm>
            <a:off x="8389620" y="5054622"/>
            <a:ext cx="18592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ANALÍTICO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 prioriza comparabilidad temporal, prevención de leakage y parsimonia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874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B61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</a:rPr>
              <a:t>Objetivo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Log(Volume) mensual de Marca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96896" y="1993392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926080" y="1572768"/>
            <a:ext cx="1874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090672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B61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90672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</a:rPr>
              <a:t>Set de Test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90672" y="24140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Últimos 12 meses: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64608" y="1993392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193792" y="1572768"/>
            <a:ext cx="1874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358384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B61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58384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</a:rPr>
              <a:t>Validación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58384" y="24140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TimeSeriesSplit dentro del train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32320" y="1993392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61504" y="1572768"/>
            <a:ext cx="1874520" cy="1280160"/>
          </a:xfrm>
          <a:prstGeom prst="roundRect">
            <a:avLst>
              <a:gd name="adj" fmla="val 3571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626096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B61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6096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Selección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26096" y="24140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8D8D8"/>
                </a:solidFill>
              </a:rPr>
              <a:t>WAPE mínimo con |Bias| ≤ 7%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00032" y="1993392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9729216" y="1572768"/>
            <a:ext cx="18745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9893808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B61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93808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</a:rPr>
              <a:t>Producción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93808" y="241401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Refit sobre 33 filas útiles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Variables evaluadas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" y="3877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B611"/>
                </a:solidFill>
              </a:rPr>
              <a:t>Dinámica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7568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Volume lag 1, media móvil 3M, lag 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81928" y="3877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B611"/>
                </a:solidFill>
              </a:rPr>
              <a:t>Comercial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9924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DN lag 1, precio implícito lag 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" y="47457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B611"/>
                </a:solidFill>
              </a:rPr>
              <a:t>Calendario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75688" y="4745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Diciembre, temporada baja, febrero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81928" y="47457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B611"/>
                </a:solidFill>
              </a:rPr>
              <a:t>Contexto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99248" y="4745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IPC lag 1 vs. tendencia explícita</a:t>
            </a:r>
            <a:endParaRPr lang="en-US" sz="10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DEL MODELO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 ofrece el mejor equilibrio operativo: 17,9% WAPE y −2,7% Bias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7688"/>
            <a:ext cx="6675120" cy="3288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63040"/>
            <a:ext cx="3794760" cy="1874520"/>
          </a:xfrm>
          <a:prstGeom prst="roundRect">
            <a:avLst>
              <a:gd name="adj" fmla="val 292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B611"/>
                </a:solidFill>
              </a:rPr>
              <a:t>Decisión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21488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Seleccionar moving_average_trend + ElasticNet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5528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</a:rPr>
              <a:t>α = 0,01  |  L1 ratio = 0,75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352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Trade-off explícito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4206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La regresión lineal logra 15,4% WAPE, pero sobreestima 9,2%. Elastic Net cede 2,4 pp de precisión para reducir el Bias a −2,7%.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 EN HOLDOUT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reproduce la trayectoria anual y estima 436,7 mil hl frente a 448,8 mil hl reales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actual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31110"/>
            <a:ext cx="7680960" cy="3470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0876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613648" y="1508760"/>
            <a:ext cx="73152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842248" y="16733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448,8 k hl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842248" y="22219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real de 2025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13648" y="297180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8613648" y="2971800"/>
            <a:ext cx="73152" cy="123444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842248" y="31363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436,7 k hl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842248" y="36850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pronosticado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13648" y="443484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8613648" y="4434840"/>
            <a:ext cx="73152" cy="1234440"/>
          </a:xfrm>
          <a:prstGeom prst="rect">
            <a:avLst/>
          </a:prstGeom>
          <a:solidFill>
            <a:srgbClr val="325A6D"/>
          </a:solidFill>
          <a:ln w="12700">
            <a:solidFill>
              <a:srgbClr val="325A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8842248" y="4599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−12,1 k hl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842248" y="5148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anual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ERROR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mayor riesgo del modelo está en cambios abruptos, no en un sesgo anual persistente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69398"/>
            <a:ext cx="7589520" cy="31935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77072" y="1572768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577072" y="1572768"/>
            <a:ext cx="73152" cy="1234440"/>
          </a:xfrm>
          <a:prstGeom prst="rect">
            <a:avLst/>
          </a:prstGeom>
          <a:solidFill>
            <a:srgbClr val="921A28"/>
          </a:solidFill>
          <a:ln w="12700">
            <a:solidFill>
              <a:srgbClr val="921A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805672" y="17373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45,3%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805672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error porcentual: marzo 2025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77072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Implicación para operación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77072" y="3493008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El Bias anual es bajo, pero la variación mensual puede superar el nivel promedio de error. Para inventarios, acompañar el forecast con bandas de seguridad y revisión de eventos comerciales.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77072" y="5074920"/>
            <a:ext cx="2514600" cy="566928"/>
          </a:xfrm>
          <a:prstGeom prst="roundRect">
            <a:avLst/>
          </a:prstGeom>
          <a:solidFill>
            <a:srgbClr val="EFEFEF"/>
          </a:solidFill>
          <a:ln w="762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8759952" y="5248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Monitorear WAPE y Bias rolling 3M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DEL MODELO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tendencia explica la mayor parte de la señal; estacionalidad y DN aportan ajustes incrementales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/mnt/data/presentation_work/assets/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00489"/>
            <a:ext cx="7132320" cy="37770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Cómo leer los coeficientes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1A28"/>
                </a:solidFill>
              </a:rPr>
              <a:t>Trend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262872" y="20025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Principal señal negativa; captura la contracción sostenida.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092440" y="2688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B611"/>
                </a:solidFill>
              </a:rPr>
              <a:t>Diciembre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62872" y="2660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Ajuste positivo recurrente.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8092440" y="3346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B611"/>
                </a:solidFill>
              </a:rPr>
              <a:t>DN lag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262872" y="3319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Asociación positiva con cobertura / base comercial.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092440" y="40050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B611"/>
                </a:solidFill>
              </a:rPr>
              <a:t>Precio lag 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62872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Coeficiente positivo pequeño; no implica causalidad.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8092440" y="4663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B611"/>
                </a:solidFill>
              </a:rPr>
              <a:t>MA 3M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62872" y="4636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A4A4A"/>
                </a:solidFill>
              </a:rPr>
              <a:t>Elastic Net lo lleva a cero al incluir Trend.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8092440" y="5349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6A6A"/>
                </a:solidFill>
              </a:rPr>
              <a:t>Coeficientes estandarizados sobre Log(Volume); útiles para dirección y magnitud relativa, no para inferencia causal.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COMERCIAL Y LÍMITES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soporta planeación de demanda, pero no identifica el precio óptimo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5166360" cy="566928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SÍ PUEDE RESPONDER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Pronóstico mensual bajo condiciones similares a las observadas.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3044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9992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Riesgo de sobre / subestimación anual y mensual.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3758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7124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Aporte predictivo de tendencia, estacionalidad y variables comerciales.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B61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4256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Necesidad de ajustar inventario ante meses de alta incertidumbre.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7648" y="1481328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327648" y="1481328"/>
            <a:ext cx="5166360" cy="566928"/>
          </a:xfrm>
          <a:prstGeom prst="rect">
            <a:avLst/>
          </a:prstGeom>
          <a:solidFill>
            <a:srgbClr val="921A28"/>
          </a:solidFill>
          <a:ln w="12700">
            <a:solidFill>
              <a:srgbClr val="921A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601968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PUEDE RESPONDER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65392" y="23317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1A28"/>
                </a:solidFill>
              </a:rPr>
              <a:t>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1152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Elasticidad causal: “+1% en precio genera −X% en volumen”.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3044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1A28"/>
                </a:solidFill>
              </a:rPr>
              <a:t>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1152" y="29992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Precio óptimo o nivel de descuento recomendado.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65392" y="3758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1A28"/>
                </a:solidFill>
              </a:rPr>
              <a:t>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1152" y="37124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Efecto separado de precio, mix, promoción y disponibilidad.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65392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1A28"/>
                </a:solidFill>
              </a:rPr>
              <a:t>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1152" y="44256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Forecast multimes sin supuestos futuros para DN, precio y contexto.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EVOLUCIÓN DEL MODELO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fuentes adicionales pueden convertir el forecast en una herramienta más accionable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58368" y="1353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1A33C"/>
                </a:solidFill>
              </a:rPr>
              <a:t>PRIORIDAD 1 · DATOS INTERNOS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3401568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58368" y="1719072"/>
            <a:ext cx="73152" cy="1261872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86968" y="186537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Promociones y descuentos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Precio regular, precio promocional, profundidad y duración del descuento.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6968" y="261518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</a:rPr>
              <a:t>Separar efecto precio de actividad promocional.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61688" y="1719072"/>
            <a:ext cx="3401568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361688" y="1719072"/>
            <a:ext cx="73152" cy="1261872"/>
          </a:xfrm>
          <a:prstGeom prst="rect">
            <a:avLst/>
          </a:prstGeom>
          <a:solidFill>
            <a:srgbClr val="921A28"/>
          </a:solidFill>
          <a:ln w="12700">
            <a:solidFill>
              <a:srgbClr val="921A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90288" y="186537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Disponibilidad e inventario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0288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Fill rate, quiebres, días sin inventario y disponibilidad por SKU.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0288" y="261518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21A28"/>
                </a:solidFill>
              </a:rPr>
              <a:t>Evitar atribuir a demanda una restricción de oferta.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227832"/>
            <a:ext cx="3401568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58368" y="3227832"/>
            <a:ext cx="73152" cy="1261872"/>
          </a:xfrm>
          <a:prstGeom prst="rect">
            <a:avLst/>
          </a:prstGeom>
          <a:solidFill>
            <a:srgbClr val="325A6D"/>
          </a:solidFill>
          <a:ln w="12700">
            <a:solidFill>
              <a:srgbClr val="325A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86968" y="33741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Demanda digital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37033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Sesiones, usuarios activos, conversión, órdenes y recompra.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6968" y="412394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</a:rPr>
              <a:t>Anticipar cambios de demanda antes del cierre mensual.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61688" y="3227832"/>
            <a:ext cx="3401568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361688" y="3227832"/>
            <a:ext cx="73152" cy="1261872"/>
          </a:xfrm>
          <a:prstGeom prst="rect">
            <a:avLst/>
          </a:prstGeom>
          <a:solidFill>
            <a:srgbClr val="D69E77"/>
          </a:solidFill>
          <a:ln w="12700">
            <a:solidFill>
              <a:srgbClr val="D69E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590288" y="33741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Mix y granularidad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90288" y="37033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</a:rPr>
              <a:t>SKU, presentación, canal, ciudad, cliente y occasion.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90288" y="412394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</a:rPr>
              <a:t>Controlar composición y estimar elasticidades más confiables.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19872" y="1353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1A33C"/>
                </a:solidFill>
              </a:rPr>
              <a:t>PRIORIDAD 2 · CONTEXTO EXTERNO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5008" y="1719072"/>
            <a:ext cx="3429000" cy="2770632"/>
          </a:xfrm>
          <a:prstGeom prst="roundRect">
            <a:avLst>
              <a:gd name="adj" fmla="val 165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339328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Calendario y mercado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39328" y="24871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B611"/>
                </a:solidFill>
              </a:rPr>
              <a:t>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32520" y="24597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</a:rPr>
              <a:t>Festivos, quincenas y número de fines de semana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39328" y="28529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B611"/>
                </a:solidFill>
              </a:rPr>
              <a:t>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32520" y="28254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</a:rPr>
              <a:t>Partidos de fútbol y eventos de alto consumo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39328" y="32186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B611"/>
                </a:solidFill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32520" y="31912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</a:rPr>
              <a:t>Clima por ciudad: temperatura y precipitación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39328" y="35844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B611"/>
                </a:solidFill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35570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</a:rPr>
              <a:t>Precio y promociones de competidores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39328" y="39502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B611"/>
                </a:solidFill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32520" y="39227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</a:rPr>
              <a:t>Confianza del consumidor e ingreso disponible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65008" y="4800600"/>
            <a:ext cx="3429000" cy="841248"/>
          </a:xfrm>
          <a:prstGeom prst="roundRect">
            <a:avLst>
              <a:gd name="adj" fmla="val 5435"/>
            </a:avLst>
          </a:prstGeom>
          <a:solidFill>
            <a:srgbClr val="EFEFEF"/>
          </a:solidFill>
          <a:ln w="889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8321040" y="49834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Secuencia recomendada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21040" y="52578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A4A4A"/>
                </a:solidFill>
              </a:rPr>
              <a:t>1) Promoción + disponibilidad  →  2) digital + mix  →  3) señales externas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685800" y="5074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</a:rPr>
              <a:t>Para decisiones de precio, la condición mínima es separar precio regular, descuento y mix a nivel SKU–canal–mercado.</a:t>
            </a:r>
            <a:endParaRPr lang="en-US" sz="11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1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OPERACIÓN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implementación requiere un ciclo mensual de forecast y un refit trimestral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914400" cy="1"/>
          </a:xfrm>
          <a:prstGeom prst="line">
            <a:avLst/>
          </a:prstGeom>
          <a:noFill/>
          <a:ln w="381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03504" y="1554480"/>
            <a:ext cx="1901952" cy="20574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04672" y="1801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B61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Preparar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Incorporar último mes, validar calidad y continuidad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2888" y="2423160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889504" y="1554480"/>
            <a:ext cx="1901952" cy="20574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090672" y="1801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B61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90672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Predecir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90672" y="278892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Generar forecast de un paso y rango de seguridad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2423160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175504" y="1554480"/>
            <a:ext cx="1901952" cy="20574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376672" y="1801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B61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76672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Medir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76672" y="278892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Actualizar WAPE, Bias y error por 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04888" y="2423160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61504" y="1554480"/>
            <a:ext cx="1901952" cy="20574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662672" y="1801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B61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62672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Decidir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62672" y="278892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Ajustar inventario y revisar eventos comerciales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90888" y="2423160"/>
            <a:ext cx="228600" cy="384048"/>
          </a:xfrm>
          <a:prstGeom prst="chevron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9747504" y="1554480"/>
            <a:ext cx="1901952" cy="2057400"/>
          </a:xfrm>
          <a:prstGeom prst="roundRect">
            <a:avLst>
              <a:gd name="adj" fmla="val 240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9948672" y="1801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B61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948672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Reentrenar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48672" y="278892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</a:rPr>
              <a:t>Refit trimestral o ante ruptura estructural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Indicadores de control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" y="4590288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658368" y="4590288"/>
            <a:ext cx="73152" cy="960120"/>
          </a:xfrm>
          <a:prstGeom prst="rect">
            <a:avLst/>
          </a:prstGeom>
          <a:solidFill>
            <a:srgbClr val="E5B611"/>
          </a:solidFill>
          <a:ln w="12700">
            <a:solidFill>
              <a:srgbClr val="E5B6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886968" y="4754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WAPE rolling 3M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86968" y="53035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revisión si supera 25%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01568" y="4590288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401568" y="4590288"/>
            <a:ext cx="73152" cy="960120"/>
          </a:xfrm>
          <a:prstGeom prst="rect">
            <a:avLst/>
          </a:prstGeom>
          <a:solidFill>
            <a:srgbClr val="325A6D"/>
          </a:solidFill>
          <a:ln w="12700">
            <a:solidFill>
              <a:srgbClr val="325A6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3630168" y="4754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|Bias| rolling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630168" y="53035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Reentrenar si supera 10%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44768" y="4590288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144768" y="4590288"/>
            <a:ext cx="73152" cy="960120"/>
          </a:xfrm>
          <a:prstGeom prst="rect">
            <a:avLst/>
          </a:prstGeom>
          <a:solidFill>
            <a:srgbClr val="959B7B"/>
          </a:solidFill>
          <a:ln w="12700">
            <a:solidFill>
              <a:srgbClr val="959B7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6373368" y="4754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373368" y="53035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meses faltantes / 0 duplicados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887968" y="4590288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7C7C7"/>
            </a:solidFill>
            <a:prstDash val="solid"/>
          </a:ln>
          <a:effectLst>
            <a:outerShdw blurRad="1397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8887968" y="4590288"/>
            <a:ext cx="73152" cy="960120"/>
          </a:xfrm>
          <a:prstGeom prst="rect">
            <a:avLst/>
          </a:prstGeom>
          <a:solidFill>
            <a:srgbClr val="921A28"/>
          </a:solidFill>
          <a:ln w="12700">
            <a:solidFill>
              <a:srgbClr val="921A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9116568" y="4754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116568" y="53035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Precio, DN y volumen fuera de rango</a:t>
            </a:r>
            <a:endParaRPr lang="en-US" sz="10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1779</Words>
  <Application>Microsoft Office PowerPoint</Application>
  <PresentationFormat>Panorámica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Anheuser-Busch InBev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de volumen Marca 2</dc:title>
  <dc:subject>Pronóstico mensual de volumen - Marca 2</dc:subject>
  <dc:creator>DAVID CASTIBLANCO</dc:creator>
  <cp:lastModifiedBy>DAVID CASTIBLANCO</cp:lastModifiedBy>
  <cp:revision>9</cp:revision>
  <dcterms:created xsi:type="dcterms:W3CDTF">2026-10-11T04:33:55Z</dcterms:created>
  <dcterms:modified xsi:type="dcterms:W3CDTF">2026-10-11T05:19:11Z</dcterms:modified>
</cp:coreProperties>
</file>